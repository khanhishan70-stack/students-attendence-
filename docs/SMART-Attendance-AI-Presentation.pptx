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0" y="1371600"/>
            <a:ext cx="3017520" cy="3017520"/>
          </a:xfrm>
          <a:prstGeom prst="roundRect">
            <a:avLst>
              <a:gd name="adj" fmla="val 4000"/>
            </a:avLst>
          </a:prstGeom>
          <a:solidFill>
            <a:srgbClr val="0E182C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21488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22D3EE"/>
                </a:solidFill>
                <a:latin typeface="Segoe UI"/>
              </a:rPr>
              <a:t>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246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Segoe UI"/>
              </a:rPr>
              <a:t>SECURE · DYNAMIC ·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6121F"/>
                </a:solidFill>
                <a:latin typeface="Segoe UI"/>
              </a:rPr>
              <a:t>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1460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Segoe UI"/>
              </a:rPr>
              <a:t>SMART ATTENDANCE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D3EE"/>
                </a:solidFill>
                <a:latin typeface="Segoe UI"/>
              </a:rPr>
              <a:t>Dual-Mode Digital Student Attendance Management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77639"/>
            <a:ext cx="23774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4980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Web application  ·  PHP 8.2  ·  MySQL / MariaDB  ·  JavaScript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Phases 1 – 6 complete  ·  Manual + QR attendance modes</a:t>
            </a:r>
          </a:p>
          <a:p>
            <a:pPr algn="l"/>
            <a:r>
              <a:rPr sz="1250" b="0">
                <a:solidFill>
                  <a:srgbClr val="24385C"/>
                </a:solidFill>
                <a:latin typeface="Segoe UI"/>
              </a:rPr>
              <a:t>Repository: github.com/khanhishan70-stack/students-attendence-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What we will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93976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02536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Problem &amp;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50008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Why attendance systems fail and what we built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93976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02536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350008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PHP, MySQL, JavaScript, QR and OCR libraries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90087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209544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11810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Database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465575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9 tables, constraints and 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90087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209544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11810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The six phases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465575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From environment setup to QR check-in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05656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32511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33672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QR security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81144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Token generation, hashing, expiry, revocation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05656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432511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233672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Testing &amp;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581144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16 automated HTTP checks, honest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21224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4406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3492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Setup &amp; run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696712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How to install and try it locally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221224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54406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Segoe U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3492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Challenges &amp; future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5696712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Problems solved and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The problem with traditional attendance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965960"/>
            <a:ext cx="10442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Segoe UI"/>
              </a:rPr>
              <a:t>Slow and tedious — </a:t>
            </a:r>
            <a:r>
              <a:rPr sz="1600" b="0">
                <a:solidFill>
                  <a:srgbClr val="F1F5F9"/>
                </a:solidFill>
                <a:latin typeface="Segoe UI"/>
              </a:rPr>
              <a:t>calling or passing a register burns 5–10 minutes of every 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243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624328"/>
            <a:ext cx="10442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Segoe UI"/>
              </a:rPr>
              <a:t>Proxy attendance — </a:t>
            </a:r>
            <a:r>
              <a:rPr sz="1600" b="0">
                <a:solidFill>
                  <a:srgbClr val="F1F5F9"/>
                </a:solidFill>
                <a:latin typeface="Segoe UI"/>
              </a:rPr>
              <a:t>one student can mark attendance for several absent friends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8269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282696"/>
            <a:ext cx="10442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Segoe UI"/>
              </a:rPr>
              <a:t>No live data — </a:t>
            </a:r>
            <a:r>
              <a:rPr sz="1600" b="0">
                <a:solidFill>
                  <a:srgbClr val="F1F5F9"/>
                </a:solidFill>
                <a:latin typeface="Segoe UI"/>
              </a:rPr>
              <a:t>teachers and parents see the truth days later, if 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4106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941064"/>
            <a:ext cx="10442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Segoe UI"/>
              </a:rPr>
              <a:t>Double work — </a:t>
            </a:r>
            <a:r>
              <a:rPr sz="1600" b="0">
                <a:solidFill>
                  <a:srgbClr val="F1F5F9"/>
                </a:solidFill>
                <a:latin typeface="Segoe UI"/>
              </a:rPr>
              <a:t>paper registers are re-typed into spreadsheets, adding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99431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599431"/>
            <a:ext cx="10442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Segoe UI"/>
              </a:rPr>
              <a:t>No audit trail — </a:t>
            </a:r>
            <a:r>
              <a:rPr sz="1600" b="0">
                <a:solidFill>
                  <a:srgbClr val="F1F5F9"/>
                </a:solidFill>
                <a:latin typeface="Segoe UI"/>
              </a:rPr>
              <a:t>nobody can prove who marked what, when, or 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5257800"/>
            <a:ext cx="10442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Segoe UI"/>
              </a:rPr>
              <a:t>Lost records — </a:t>
            </a:r>
            <a:r>
              <a:rPr sz="1600" b="0">
                <a:solidFill>
                  <a:srgbClr val="F1F5F9"/>
                </a:solidFill>
                <a:latin typeface="Segoe UI"/>
              </a:rPr>
              <a:t>paper and single-file spreadsheets are easy to destroy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806440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6188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Segoe UI"/>
              </a:rPr>
              <a:t>Result:  </a:t>
            </a:r>
            <a:r>
              <a:rPr sz="1400" b="0">
                <a:solidFill>
                  <a:srgbClr val="F1F5F9"/>
                </a:solidFill>
                <a:latin typeface="Segoe UI"/>
              </a:rPr>
              <a:t>attendance data that is late, disputed and impossible to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The solution — one system, two modes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66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Segoe UI"/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08483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Manual mode (teacher-led)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68880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Teacher opens a session and marks each 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779776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Present / Absent / Review with keyboard shortcuts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090672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Ideal when phones are not allowed in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202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920240"/>
            <a:ext cx="64008" cy="1417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066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08483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QR mode (student self-service)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468880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A rotating QR code is displayed on the projector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779776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Students scan with any phone camera and 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090672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Teacher watches check-ins arrive live on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576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3657600"/>
            <a:ext cx="10442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Three roles — </a:t>
            </a:r>
            <a:r>
              <a:rPr sz="1500" b="0">
                <a:solidFill>
                  <a:srgbClr val="F1F5F9"/>
                </a:solidFill>
                <a:latin typeface="Segoe UI"/>
              </a:rPr>
              <a:t>Administrator, Teacher and Student, each with scoped permissions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245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4224528"/>
            <a:ext cx="10442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Single source of truth — </a:t>
            </a:r>
            <a:r>
              <a:rPr sz="1500" b="0">
                <a:solidFill>
                  <a:srgbClr val="F1F5F9"/>
                </a:solidFill>
                <a:latin typeface="Segoe UI"/>
              </a:rPr>
              <a:t>one MySQL database behind every screen and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9145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4791456"/>
            <a:ext cx="10442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Fully audited — </a:t>
            </a:r>
            <a:r>
              <a:rPr sz="1500" b="0">
                <a:solidFill>
                  <a:srgbClr val="F1F5F9"/>
                </a:solidFill>
                <a:latin typeface="Segoe UI"/>
              </a:rPr>
              <a:t>every record stores who marked it, when, and by which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58383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1" y="5358383"/>
            <a:ext cx="10442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Secure by design — </a:t>
            </a:r>
            <a:r>
              <a:rPr sz="1500" b="0">
                <a:solidFill>
                  <a:srgbClr val="F1F5F9"/>
                </a:solidFill>
                <a:latin typeface="Segoe UI"/>
              </a:rPr>
              <a:t>authentication, CSRF protection and database-level rules throughout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CAPABILITY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Key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64008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1226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13055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Manual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146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Roll-order marking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25496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Countdown timer + P/A/R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13639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Optional spoken roll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96596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965960"/>
            <a:ext cx="64008" cy="2011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1226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3055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QR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5146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30-second rotating QR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825496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Phone check-in in 3 taps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13639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Live present-count on screen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96596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3" y="1965960"/>
            <a:ext cx="64008" cy="2011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211226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1" y="213055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Student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146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One secure account per student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25496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Server-side identity 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3639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Enrolment verified before marking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0624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206240"/>
            <a:ext cx="64008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352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437083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Bulk Import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754879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Validated CSV upload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5065775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OCR from a scanned paper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376671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Single-transaction safety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2" y="420624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70832" y="4206240"/>
            <a:ext cx="64008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352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37083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Live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754879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Statistics and attendance chart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0288" y="5065775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Per-class session history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5376671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Low-attendance alerts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3" y="420624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01583" y="4206240"/>
            <a:ext cx="64008" cy="2011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4352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1" y="437083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Secure by 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754879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Prepared statements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065775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CSRF + Post/Redirect/Get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376671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Hashed, expiring QR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920240"/>
          <a:ext cx="10927080" cy="3877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3291840"/>
                <a:gridCol w="5715000"/>
              </a:tblGrid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6121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 marL="109728" marR="73152" marT="27432" marB="27432"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6121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 marL="109728" marR="73152" marT="27432" marB="27432"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6121F"/>
                          </a:solidFill>
                          <a:latin typeface="Segoe UI"/>
                        </a:rPr>
                        <a:t>Why it was chosen</a:t>
                      </a:r>
                    </a:p>
                  </a:txBody>
                  <a:tcPr anchor="ctr" marL="109728" marR="73152" marT="27432" marB="27432">
                    <a:solidFill>
                      <a:srgbClr val="22D3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PHP 8.2 (PDO)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Project requirement; prepared statements built in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MariaDB 10.4 / MySQL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InnoDB constraints and triggers for data integrity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HTML5 · CSS3 · vanilla JS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No framework weight; full control of the dark UI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  <a:latin typeface="Segoe UI"/>
                        </a:rPr>
                        <a:t>QR library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bacon/bacon-qr-code 3.1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Pure PHP, renders SVG — needs no GD extension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  <a:latin typeface="Segoe UI"/>
                        </a:rPr>
                        <a:t>OCR engine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Tesseract (PHP native)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Local, free text extraction from scanned lists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  <a:latin typeface="Segoe UI"/>
                        </a:rPr>
                        <a:t>Server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Apache via XAMPP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Standard local development stack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  <a:latin typeface="Segoe UI"/>
                        </a:rPr>
                        <a:t>Authentication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PHP sessions + bcrypt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4A3B8"/>
                          </a:solidFill>
                          <a:latin typeface="Segoe UI"/>
                        </a:rPr>
                        <a:t>HttpOnly, SameSite cookies; hashed passwords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Composer dependency:  bacon/bacon-qr-code (MIT licence) + dasprid/enum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Database design — 9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74519"/>
          <a:ext cx="1092708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8275320"/>
              </a:tblGrid>
              <a:tr h="4023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6121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anchor="ctr" marL="109728" marR="73152" marT="27432" marB="27432"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6121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anchor="ctr" marL="109728" marR="73152" marT="27432" marB="27432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Accounts for admins, teachers and students (student_id links to a student)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classes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Class groups, e.g. BCA 1st Year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subjects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Subjects taught, linked to a class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students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Roll number, name and contact details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enrollments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Which student belongs to which class (unique roll per class)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attendance_sessions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One lecture = one session, in manual or QR mode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attendance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One row per student per session — UNIQUE key makes duplicates impossible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qr_tokens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SHA-256 hashes of short-lived QR tokens (raw token is never stored)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qr_rate_limits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Fixed-window counters that blunt brute-force abuse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6053328"/>
            <a:ext cx="10927080" cy="54864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4D399"/>
                </a:solidFill>
                <a:latin typeface="Segoe UI"/>
              </a:rPr>
              <a:t>Enforced by the database itself:  </a:t>
            </a:r>
            <a:r>
              <a:rPr sz="1250" b="0">
                <a:solidFill>
                  <a:srgbClr val="F1F5F9"/>
                </a:solidFill>
                <a:latin typeface="Segoe UI"/>
              </a:rPr>
              <a:t>triggers block unenrolled writes and duplicate roll numbers, even if application code is bypassed.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DEVELOPMENT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Environment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Segoe UI"/>
              </a:rPr>
              <a:t>Project foundation, local server verification and a clean directory layout.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WHAT WAS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9748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Project folder under XAMPP htdocs, Apache + PHP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4612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Landing page showing live database connection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79476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Separate folders: config, includes, assets,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4340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Credentials excluded from version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402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TECHNICAL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88920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PDO connection wrapper with a friendly status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355848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config/database.php is git-ignored so secrets never leak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2277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922776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Shared helpers for escaping and formatting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9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489704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Consistent error handling for a down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DEVELOPMENT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Database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Segoe UI"/>
              </a:rPr>
              <a:t>The relational core the whole application depends 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WHAT WAS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9748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Seven core tables with foreign keys, unique keys and indexes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4612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Seed data: 2 classes, 3 subjects, 6 students, 6 enrolments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79476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Triggers guaranteeing unique rolls and enrolled-only writes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4340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Every write path uses prepared statements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402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TECHNICAL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88920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InnoDB engine, utf8mb4 for full Unicode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355848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UNIQUE (session_id, student_id) on attendance — the duplicate killer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2277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922776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Corrections update the same row, never add a second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9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489704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schema.sql recreates the entire database from scratch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DEVELOPMENT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Dashboard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Segoe UI"/>
              </a:rPr>
              <a:t>A responsive application shell that all later phases plug into.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WHAT WAS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9748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Sidebar navigation, top bar and a mobile slide-out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4612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Live statistics cards and a per-session attendance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79476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Recent sessions list and a low-attendance watch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4340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Dark theme with accessible contrast and a skip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402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TECHNICAL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88920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Reusable render_page_start() layout 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355848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CSS custom properties for consistent colours and spacing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2277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922776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Charts drawn in plain JavaScript — no chart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9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489704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ARIA roles and keyboard-friendly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DEVELOPMENT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Student management &amp; import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Segoe UI"/>
              </a:rPr>
              <a:t>Getting student data in reliably, without hand typing.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WHAT WAS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9748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Add, edit and deactivate students — history is never deleted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4612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Enrol students into classes with roll-number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79476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CSV bulk import: each row validated, one transaction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4340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OCR import: photographed list → text → reviewed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402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TECHNICAL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88920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Deactivation keeps past attendance intact (soft delete)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355848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All forms CSRF-protected with Post/Redirect/Get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2277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922776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CSV import rolls back completely if any row fails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9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489704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Tesseract OCR parses scanned lists into preview rows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DEVELOPMENT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Manual attendance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Segoe UI"/>
              </a:rPr>
              <a:t>Real sign-in and the teacher's one-by-one marking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WHAT WAS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9748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Teacher and admin sign-in with bcrypt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4612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Session setup with a one-open-session-per-class 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79476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Marking in roll order with countdown, P/A/R keys, voice roll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4340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Finish produces a locked summary of the session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402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TECHNICAL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88920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Login rate limiting slows brute-force attempts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355848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INSERT … ON DUPLICATE KEY UPDATE makes re-marking safe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2277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922776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Not-marked students are never silently converted to absent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9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489704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Closed sessions reject any further writes — the record is final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DEVELOPMENT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Dynamic QR attendance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Segoe UI"/>
              </a:rPr>
              <a:t>The flagship feature: students check themselves in with a 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WHAT WAS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9748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Teacher starts a QR session and projects a rotating QR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4612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Students sign in with their own account, scan and confirm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79476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Teacher watches check-ins arrive live, then closes the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43400"/>
            <a:ext cx="50474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Segoe UI"/>
              </a:rPr>
              <a:t>Every row records source ('manual' or 'qr'), who and when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402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TECHNICAL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88920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256-bit tokens, stored only as SHA-256 hashes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355848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Automatic rotation every 30 s — old codes die instantly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2277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922776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Session close revokes all outstanding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9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489704"/>
            <a:ext cx="44531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Segoe UI"/>
              </a:rPr>
              <a:t>Server resolves the student from the session, never the browser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PHASE 6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QR security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74519"/>
            <a:ext cx="54864" cy="9418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9339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D3EE"/>
                </a:solidFill>
                <a:latin typeface="Segoe UI"/>
              </a:rPr>
              <a:t>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95144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256-bit token from random_bytes() — 64 unguessable hex characters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4864" cy="9418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99339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4D399"/>
                </a:solidFill>
                <a:latin typeface="Segoe UI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295144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Only the SHA-256 hash is written to the database; the raw token never touches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71800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71800"/>
            <a:ext cx="54864" cy="9418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09067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D3EE"/>
                </a:solidFill>
                <a:latin typeface="Segoe UI"/>
              </a:rPr>
              <a:t>LIFETIME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392424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Default 30 s, teacher-configurable 10–300 s, with an explicit expiry timestamp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971800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971800"/>
            <a:ext cx="54864" cy="9418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309067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BBF24"/>
                </a:solidFill>
                <a:latin typeface="Segoe UI"/>
              </a:rPr>
              <a:t>ROTATION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392424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Refresh issues a brand-new token and instantly revokes the previous 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69079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069079"/>
            <a:ext cx="54864" cy="9418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18795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4D399"/>
                </a:solidFill>
                <a:latin typeface="Segoe UI"/>
              </a:rPr>
              <a:t>REVOCATION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489703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Closing a session revokes every outstanding token for that session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069079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069079"/>
            <a:ext cx="54864" cy="9418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418795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BBF24"/>
                </a:solidFill>
                <a:latin typeface="Segoe UI"/>
              </a:rPr>
              <a:t>RATE LIMIT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4489703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Maximum 10 check-in attempts per student per minute (database-backed)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166359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166359"/>
            <a:ext cx="54864" cy="9418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28523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D3EE"/>
                </a:solidFill>
                <a:latin typeface="Segoe UI"/>
              </a:rPr>
              <a:t>QR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5586983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The code carries only a check-in URL and token — no credentials, no student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5166359"/>
            <a:ext cx="5349240" cy="941832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5166359"/>
            <a:ext cx="54864" cy="9418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3096" y="528523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4D399"/>
                </a:solidFill>
                <a:latin typeface="Segoe UI"/>
              </a:rPr>
              <a:t>IDENTITY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3096" y="5586983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The server reads the student from the signed-in session; the browser never sends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PHASE 6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How a student checks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5349240" cy="97840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04825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130552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121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956816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Teacher starts the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30428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Signs in, picks class, subject and token lifetime, then starts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349240" cy="97840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04825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30552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121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1956816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QR appears and rotates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230428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A fresh QR is drawn on screen every 30 seconds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62656"/>
            <a:ext cx="5349240" cy="97840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3182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264408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121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090672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Student scans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438144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Any phone camera opens the encoded check-in link — no app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962656"/>
            <a:ext cx="5349240" cy="97840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3182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264408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121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3090672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Sign in once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3438144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Not signed in? The login page returns the student to the same check-in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096512"/>
            <a:ext cx="5349240" cy="97840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59" y="431596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398264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121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422452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Server validates everything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4572000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Token hash, expiry, revocation, session state, role and enrolment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096512"/>
            <a:ext cx="5349240" cy="97840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431596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398264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121F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422452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Student confirms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4572000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One tap records attendance with source 'qr' and the student's own user 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230368"/>
            <a:ext cx="5349240" cy="97840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59" y="54498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532120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121F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36192" y="5358383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Teacher sees it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6192" y="5705856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The list updates every 5 s; closing the session revokes all tokens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PROTECTION IN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Security measures across the whole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286000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Prepared statements only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no user value ever enters SQL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3035808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CSRF tokens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every state-changing POST is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85615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3785615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Post/Redirect/Get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no duplicate form submissions on refresh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35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535424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bcrypt hashing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passwords are never stored or shown in plain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85231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5285231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Output escaping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every echoed value is HTML-escaped (XSS)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19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DATA &amp; SESSION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2860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2286000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Session hardening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HttpOnly, SameSite=Lax cookies, server-side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0358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4264" y="3035808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Rate limiting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on login and on QR check-in attempts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785615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3785615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Database triggers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duplicate rows and unenrolled writes are impossible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535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535424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Token hygiene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hashed, short-lived, revocable QR credentials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5285231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4D399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5285231"/>
            <a:ext cx="504748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Least privilege — </a:t>
            </a:r>
            <a:r>
              <a:rPr sz="1350" b="0">
                <a:solidFill>
                  <a:srgbClr val="F1F5F9"/>
                </a:solidFill>
                <a:latin typeface="Segoe UI"/>
              </a:rPr>
              <a:t>teachers can only see and manage their own sessions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98932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126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Defence in depth:  </a:t>
            </a:r>
            <a:r>
              <a:rPr sz="1300" b="0">
                <a:solidFill>
                  <a:srgbClr val="F1F5F9"/>
                </a:solidFill>
                <a:latin typeface="Segoe UI"/>
              </a:rPr>
              <a:t>even if one layer were bypassed, the database constraints still refuse bad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Testing &amp; verification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1092708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49640"/>
                <a:gridCol w="2377440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6121F"/>
                          </a:solidFill>
                          <a:latin typeface="Segoe UI"/>
                        </a:rPr>
                        <a:t>Automated check (actually executed)</a:t>
                      </a:r>
                    </a:p>
                  </a:txBody>
                  <a:tcPr anchor="ctr" marL="109728" marR="73152" marT="27432" marB="27432"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6121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anchor="ctr" marL="109728" marR="73152" marT="27432" marB="27432">
                    <a:solidFill>
                      <a:srgbClr val="22D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PHP syntax lint — all 26 project files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26 / 26 clean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JavaScript syntax check — 2 QR scripts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clean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HTTP integration suite — 16 end-to-end checks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15 PASS · 1 SKIP · 0 FAIL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Anonymous scan redirects to login, keeping the check-in link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Teacher starts session; QR endpoint returns SVG + 64-char token + expiry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Token rotation issues a new token and revokes the old one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Student confirm screen, then successful check-in (source = 'qr')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Duplicate scan answers “already marked” — no second row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Live poll reports the present count; closing revokes tokens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L="109728" marR="73152" marT="27432" marB="27432">
                    <a:solidFill>
                      <a:srgbClr val="12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Student from another class is blocked as not enrolled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L="109728" marR="73152" marT="27432" marB="27432">
                    <a:solidFill>
                      <a:srgbClr val="0E182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60350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BBF24"/>
                </a:solidFill>
                <a:latin typeface="Segoe UI"/>
              </a:rPr>
              <a:t>Still for human testing: </a:t>
            </a:r>
            <a:r>
              <a:rPr sz="1150" b="0">
                <a:solidFill>
                  <a:srgbClr val="94A3B8"/>
                </a:solidFill>
                <a:latin typeface="Segoe UI"/>
              </a:rPr>
              <a:t>scanning with a real phone camera and the visual behaviour of the live countdown — step-by-step instructions are in docs/qr-attendance.md.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GET IT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Setup in six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892807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Copy the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240280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Place the folder inside XAMPP htdocs (or serve with php -S)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11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92807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Create the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40280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New MySQL database, then import database/schema.sql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783080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011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1892807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Upgrade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240280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Coming from Phase 5? Run database/migrations/phase6.sql instead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62072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09067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7180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Seed student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319272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php database/seed_qr_students.php  →  6 student logins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862072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09067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297180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Install the QR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19" y="3319272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composer install  →  vendor/ with bacon-qr-code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862072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09067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97180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Configure and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319272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Set credentials in config/database.php, then visit the site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20640"/>
            <a:ext cx="10927080" cy="123444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2578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D3EE"/>
                </a:solidFill>
                <a:latin typeface="Segoe UI"/>
              </a:rPr>
              <a:t>DEMO ACCOUNTS (SEEDED)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5961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1F5F9"/>
                </a:solidFill>
                <a:latin typeface="Segoe UI"/>
              </a:rPr>
              <a:t>Administrator   </a:t>
            </a:r>
            <a:r>
              <a:rPr sz="1250" b="0">
                <a:solidFill>
                  <a:srgbClr val="94A3B8"/>
                </a:solidFill>
                <a:latin typeface="Segoe UI"/>
              </a:rPr>
              <a:t>admin@smartattendance.local   /   Admin@123</a:t>
            </a:r>
          </a:p>
          <a:p>
            <a:pPr algn="l"/>
            <a:r>
              <a:rPr sz="1250" b="1">
                <a:solidFill>
                  <a:srgbClr val="F1F5F9"/>
                </a:solidFill>
                <a:latin typeface="Segoe UI"/>
              </a:rPr>
              <a:t>Teacher   </a:t>
            </a:r>
            <a:r>
              <a:rPr sz="1250" b="0">
                <a:solidFill>
                  <a:srgbClr val="94A3B8"/>
                </a:solidFill>
                <a:latin typeface="Segoe UI"/>
              </a:rPr>
              <a:t>priya.sharma@smartattendance.local   /   Teacher@123      </a:t>
            </a:r>
            <a:r>
              <a:rPr sz="1250" b="1">
                <a:solidFill>
                  <a:srgbClr val="F1F5F9"/>
                </a:solidFill>
                <a:latin typeface="Segoe UI"/>
              </a:rPr>
              <a:t>Student   </a:t>
            </a:r>
            <a:r>
              <a:rPr sz="1250" b="0">
                <a:solidFill>
                  <a:srgbClr val="94A3B8"/>
                </a:solidFill>
                <a:latin typeface="Segoe UI"/>
              </a:rPr>
              <a:t>aarav.sharma@example.com   /   Student@123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ENGINEERING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Challenges and how they were solved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54864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PHP had no GD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019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Chose a pure-PHP QR library that renders SVG — sharp at any size, no image dependencies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87752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587752"/>
            <a:ext cx="54864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60904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Composer could not download zips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60904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Installed with --prefer-source so packages arrive as git clones instead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46704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46704"/>
            <a:ext cx="54864" cy="6583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19856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Raw GitHub endpoints were flaky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419856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Relied on Packagist for dependency resolution instead of direct downloads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05656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105656"/>
            <a:ext cx="54864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QR codes could be replayed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7880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Hash-only storage plus rotation, expiry, revocation and a database unique 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64608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64608"/>
            <a:ext cx="54864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93776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Students had no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9377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Added a 'student' role with a users.student_id link for server-side identity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23559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623559"/>
            <a:ext cx="54864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96712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1F5F9"/>
                </a:solidFill>
                <a:latin typeface="Segoe UI"/>
              </a:rPr>
              <a:t>Live updates without WebSockets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69671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Lightweight JSON polling every 5 seconds — simple and dependable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What comes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27432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95560" y="4572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121F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5303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PHASE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64008" cy="2103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066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208483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Reports &amp; exports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46888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Per class, subject and date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779776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Attendance percentage summaries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09067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PDF and CSV export for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92024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1920240"/>
            <a:ext cx="64008" cy="2103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066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Segoe U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08483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AI-assisted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46888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Trend and 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779776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Early at-risk student flags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09067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Natural-language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192024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21F38"/>
          </a:solidFill>
          <a:ln w="12700">
            <a:solidFill>
              <a:srgbClr val="24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1920240"/>
            <a:ext cx="64008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066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208483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Segoe UI"/>
              </a:rPr>
              <a:t>Reach &amp; notification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46888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Absence alerts to parents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79776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Term performance digests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09067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Teacher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434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4434840"/>
            <a:ext cx="104424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Real-time transport — </a:t>
            </a:r>
            <a:r>
              <a:rPr sz="1400" b="0">
                <a:solidFill>
                  <a:srgbClr val="F1F5F9"/>
                </a:solidFill>
                <a:latin typeface="Segoe UI"/>
              </a:rPr>
              <a:t>replace polling with WebSockets or server-sent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983479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983479"/>
            <a:ext cx="104424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Stronger check-in proof — </a:t>
            </a:r>
            <a:r>
              <a:rPr sz="1400" b="0">
                <a:solidFill>
                  <a:srgbClr val="F1F5F9"/>
                </a:solidFill>
                <a:latin typeface="Segoe UI"/>
              </a:rPr>
              <a:t>optional location sanity check and photo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32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Segoe U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5532120"/>
            <a:ext cx="104424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Class &amp; subject management screens — </a:t>
            </a:r>
            <a:r>
              <a:rPr sz="1400" b="0">
                <a:solidFill>
                  <a:srgbClr val="F1F5F9"/>
                </a:solidFill>
                <a:latin typeface="Segoe UI"/>
              </a:rPr>
              <a:t>the tables exist, the UI is still to be built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  <a:latin typeface="Segoe U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2971800"/>
            <a:ext cx="274320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D3EE"/>
                </a:solidFill>
                <a:latin typeface="Segoe UI"/>
              </a:rPr>
              <a:t>SMART ATTENDANCE AI  —  Phases 1 to 6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977639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Manual and QR attendance in one secure, audited system.</a:t>
            </a:r>
          </a:p>
          <a:p>
            <a:pPr algn="ctr"/>
            <a:r>
              <a:rPr sz="1300" b="0">
                <a:solidFill>
                  <a:srgbClr val="24385C"/>
                </a:solidFill>
                <a:latin typeface="Segoe UI"/>
              </a:rPr>
              <a:t>github.com/khanhishan70-stack/students-attendence-</a:t>
            </a:r>
          </a:p>
          <a:p>
            <a:pPr algn="ctr"/>
            <a:r>
              <a:rPr sz="1400" b="1">
                <a:solidFill>
                  <a:srgbClr val="F1F5F9"/>
                </a:solidFill>
                <a:latin typeface="Segoe UI"/>
              </a:rPr>
              <a:t>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